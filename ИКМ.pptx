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9" r:id="rId4"/>
    <p:sldId id="264" r:id="rId5"/>
    <p:sldId id="268" r:id="rId6"/>
    <p:sldId id="266" r:id="rId7"/>
    <p:sldId id="267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5AA6"/>
    <a:srgbClr val="00803B"/>
    <a:srgbClr val="32B824"/>
    <a:srgbClr val="FFFFFF"/>
    <a:srgbClr val="144A0E"/>
    <a:srgbClr val="1F7416"/>
    <a:srgbClr val="258A1A"/>
    <a:srgbClr val="2997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48"/>
  </p:normalViewPr>
  <p:slideViewPr>
    <p:cSldViewPr snapToGrid="0">
      <p:cViewPr varScale="1">
        <p:scale>
          <a:sx n="101" d="100"/>
          <a:sy n="101" d="100"/>
        </p:scale>
        <p:origin x="30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243208" y="2858518"/>
            <a:ext cx="9144000" cy="1668284"/>
          </a:xfrm>
        </p:spPr>
        <p:txBody>
          <a:bodyPr anchor="b"/>
          <a:lstStyle>
            <a:lvl1pPr algn="l">
              <a:lnSpc>
                <a:spcPct val="100000"/>
              </a:lnSpc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 err="1"/>
              <a:t>заголовок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243208" y="4700789"/>
            <a:ext cx="9144000" cy="678712"/>
          </a:xfr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400">
                <a:latin typeface="PermianSansTypeface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подзаголовок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972751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F5179A5D-2E1E-4122-8255-844A0375AB5C}" type="datetimeFigureOut">
              <a:rPr lang="ru-RU" smtClean="0"/>
              <a:pPr/>
              <a:t>22.01.2026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D939E064-4929-463C-BE93-599F78C1F975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751" y="764789"/>
            <a:ext cx="1237049" cy="1237049"/>
          </a:xfrm>
          <a:prstGeom prst="rect">
            <a:avLst/>
          </a:prstGeom>
        </p:spPr>
      </p:pic>
      <p:sp>
        <p:nvSpPr>
          <p:cNvPr id="10" name="Прямоугольник 9"/>
          <p:cNvSpPr/>
          <p:nvPr userDrawn="1"/>
        </p:nvSpPr>
        <p:spPr>
          <a:xfrm>
            <a:off x="972751" y="2559028"/>
            <a:ext cx="109074" cy="282047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10321689" y="229031"/>
            <a:ext cx="662088" cy="69489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0969171" y="-28046"/>
            <a:ext cx="1222829" cy="1283414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0572483" y="644154"/>
            <a:ext cx="954313" cy="1001594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11132457" y="5169133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11433892" y="4646864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0830666" y="5664686"/>
            <a:ext cx="993018" cy="1042217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10049401" y="3948216"/>
            <a:ext cx="595302" cy="6247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/>
          <p:cNvSpPr/>
          <p:nvPr userDrawn="1"/>
        </p:nvSpPr>
        <p:spPr>
          <a:xfrm>
            <a:off x="10460196" y="3754568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/>
          <p:cNvSpPr/>
          <p:nvPr userDrawn="1"/>
        </p:nvSpPr>
        <p:spPr>
          <a:xfrm>
            <a:off x="11293215" y="2514070"/>
            <a:ext cx="369013" cy="387296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>
            <a:off x="375138" y="5969054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-181705" y="6066489"/>
            <a:ext cx="662088" cy="69489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10566898" y="6094197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376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79A5D-2E1E-4122-8255-844A0375AB5C}" type="datetimeFigureOut">
              <a:rPr lang="ru-RU" smtClean="0"/>
              <a:pPr/>
              <a:t>22.01.2026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9E064-4929-463C-BE93-599F78C1F97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0" y="365124"/>
            <a:ext cx="12192000" cy="13255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9" name="Текст 8"/>
          <p:cNvSpPr>
            <a:spLocks noGrp="1"/>
          </p:cNvSpPr>
          <p:nvPr>
            <p:ph type="body" sz="quarter" idx="13"/>
          </p:nvPr>
        </p:nvSpPr>
        <p:spPr>
          <a:xfrm>
            <a:off x="838200" y="1851660"/>
            <a:ext cx="10515600" cy="427450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235327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24531" y="524933"/>
            <a:ext cx="3650668" cy="2051579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411362" y="1375304"/>
            <a:ext cx="485775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5360563" y="3037417"/>
            <a:ext cx="6831437" cy="32363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1122044" y="3037417"/>
            <a:ext cx="3873289" cy="32363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0" y="0"/>
            <a:ext cx="1693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1618322" y="524933"/>
            <a:ext cx="573678" cy="6021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0974229" y="229763"/>
            <a:ext cx="281236" cy="29517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368402" y="5913315"/>
            <a:ext cx="388412" cy="4076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8472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F5179A5D-2E1E-4122-8255-844A0375AB5C}" type="datetimeFigureOut">
              <a:rPr lang="ru-RU" smtClean="0"/>
              <a:pPr/>
              <a:t>22.01.2026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939E064-4929-463C-BE93-599F78C1F97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5" name="Рисунок 6"/>
          <p:cNvSpPr>
            <a:spLocks noGrp="1"/>
          </p:cNvSpPr>
          <p:nvPr>
            <p:ph type="pic" sz="quarter" idx="13"/>
          </p:nvPr>
        </p:nvSpPr>
        <p:spPr>
          <a:xfrm>
            <a:off x="0" y="988484"/>
            <a:ext cx="8610600" cy="34141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7703132" y="1580885"/>
            <a:ext cx="3650668" cy="2051579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Текст 2"/>
          <p:cNvSpPr>
            <a:spLocks noGrp="1"/>
          </p:cNvSpPr>
          <p:nvPr>
            <p:ph type="body" idx="1"/>
          </p:nvPr>
        </p:nvSpPr>
        <p:spPr>
          <a:xfrm>
            <a:off x="838200" y="4847961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" name="Текст 2"/>
          <p:cNvSpPr>
            <a:spLocks noGrp="1"/>
          </p:cNvSpPr>
          <p:nvPr>
            <p:ph type="body" idx="14"/>
          </p:nvPr>
        </p:nvSpPr>
        <p:spPr>
          <a:xfrm>
            <a:off x="4038600" y="4847960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2"/>
          <p:cNvSpPr>
            <a:spLocks noGrp="1"/>
          </p:cNvSpPr>
          <p:nvPr>
            <p:ph type="body" idx="15"/>
          </p:nvPr>
        </p:nvSpPr>
        <p:spPr>
          <a:xfrm>
            <a:off x="7239000" y="4842934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624956" y="4834581"/>
            <a:ext cx="192346" cy="201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8344945" y="674600"/>
            <a:ext cx="573678" cy="6021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6597293" y="218281"/>
            <a:ext cx="369013" cy="387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3846254" y="4834581"/>
            <a:ext cx="192346" cy="201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7046654" y="4834581"/>
            <a:ext cx="192346" cy="201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5282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46311" y="2478088"/>
            <a:ext cx="4857750" cy="2852737"/>
          </a:xfrm>
        </p:spPr>
        <p:txBody>
          <a:bodyPr anchor="b"/>
          <a:lstStyle>
            <a:lvl1pPr>
              <a:lnSpc>
                <a:spcPct val="10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46311" y="5357813"/>
            <a:ext cx="4857750" cy="73818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8805332" y="0"/>
            <a:ext cx="3081867" cy="6858000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5621867" y="0"/>
            <a:ext cx="3064933" cy="6858000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3979964" y="299371"/>
            <a:ext cx="662088" cy="69489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4621992" y="0"/>
            <a:ext cx="1222829" cy="1283414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4230758" y="714494"/>
            <a:ext cx="954313" cy="1001594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1919658" y="6065674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11362815" y="6163109"/>
            <a:ext cx="662088" cy="69489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019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-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838200" y="2248429"/>
            <a:ext cx="3869267" cy="23611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" name="Прямоугольник 1"/>
          <p:cNvSpPr/>
          <p:nvPr userDrawn="1"/>
        </p:nvSpPr>
        <p:spPr>
          <a:xfrm>
            <a:off x="5266266" y="795867"/>
            <a:ext cx="5960534" cy="15917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5266266" y="2633133"/>
            <a:ext cx="5960534" cy="15917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5266266" y="4470399"/>
            <a:ext cx="5960534" cy="15917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5265738" y="795338"/>
            <a:ext cx="2082800" cy="1592262"/>
          </a:xfrm>
        </p:spPr>
        <p:txBody>
          <a:bodyPr/>
          <a:lstStyle/>
          <a:p>
            <a:endParaRPr lang="ru-RU"/>
          </a:p>
        </p:txBody>
      </p:sp>
      <p:sp>
        <p:nvSpPr>
          <p:cNvPr id="10" name="Рисунок 7"/>
          <p:cNvSpPr>
            <a:spLocks noGrp="1"/>
          </p:cNvSpPr>
          <p:nvPr>
            <p:ph type="pic" sz="quarter" idx="11"/>
          </p:nvPr>
        </p:nvSpPr>
        <p:spPr>
          <a:xfrm>
            <a:off x="5265738" y="2632604"/>
            <a:ext cx="2082800" cy="1592262"/>
          </a:xfrm>
        </p:spPr>
        <p:txBody>
          <a:bodyPr/>
          <a:lstStyle/>
          <a:p>
            <a:endParaRPr lang="ru-RU"/>
          </a:p>
        </p:txBody>
      </p:sp>
      <p:sp>
        <p:nvSpPr>
          <p:cNvPr id="12" name="Рисунок 7"/>
          <p:cNvSpPr>
            <a:spLocks noGrp="1"/>
          </p:cNvSpPr>
          <p:nvPr>
            <p:ph type="pic" sz="quarter" idx="12"/>
          </p:nvPr>
        </p:nvSpPr>
        <p:spPr>
          <a:xfrm>
            <a:off x="5265738" y="4470134"/>
            <a:ext cx="2082800" cy="1592262"/>
          </a:xfrm>
        </p:spPr>
        <p:txBody>
          <a:bodyPr/>
          <a:lstStyle/>
          <a:p>
            <a:endParaRPr lang="ru-RU"/>
          </a:p>
        </p:txBody>
      </p:sp>
      <p:sp>
        <p:nvSpPr>
          <p:cNvPr id="13" name="Текст 2"/>
          <p:cNvSpPr>
            <a:spLocks noGrp="1"/>
          </p:cNvSpPr>
          <p:nvPr>
            <p:ph type="body" idx="1"/>
          </p:nvPr>
        </p:nvSpPr>
        <p:spPr>
          <a:xfrm>
            <a:off x="7594600" y="1016189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idx="13"/>
          </p:nvPr>
        </p:nvSpPr>
        <p:spPr>
          <a:xfrm>
            <a:off x="7594600" y="2834740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2"/>
          <p:cNvSpPr>
            <a:spLocks noGrp="1"/>
          </p:cNvSpPr>
          <p:nvPr>
            <p:ph type="body" idx="14"/>
          </p:nvPr>
        </p:nvSpPr>
        <p:spPr>
          <a:xfrm>
            <a:off x="7594600" y="4682143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1104592" y="5394464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10768579" y="6375107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/>
          <p:cNvSpPr/>
          <p:nvPr userDrawn="1"/>
        </p:nvSpPr>
        <p:spPr>
          <a:xfrm>
            <a:off x="4305129" y="4470134"/>
            <a:ext cx="595302" cy="6247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>
            <a:off x="4715924" y="4276486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10509290" y="355847"/>
            <a:ext cx="595302" cy="6247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10939961" y="494552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/>
          <p:cNvSpPr/>
          <p:nvPr userDrawn="1"/>
        </p:nvSpPr>
        <p:spPr>
          <a:xfrm>
            <a:off x="11632096" y="1346594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/>
          <p:cNvSpPr/>
          <p:nvPr userDrawn="1"/>
        </p:nvSpPr>
        <p:spPr>
          <a:xfrm>
            <a:off x="11643692" y="4987890"/>
            <a:ext cx="884321" cy="928135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494430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-244699" y="-244699"/>
            <a:ext cx="12672812" cy="7405353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16278" y="2795194"/>
            <a:ext cx="5950857" cy="1325563"/>
          </a:xfr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/>
          <a:lstStyle>
            <a:lvl1pPr algn="ctr"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453031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38600" y="365125"/>
            <a:ext cx="73152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38600" y="1825625"/>
            <a:ext cx="7315200" cy="435133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4"/>
          </p:nvPr>
        </p:nvSpPr>
        <p:spPr>
          <a:xfrm>
            <a:off x="251582" y="0"/>
            <a:ext cx="3493104" cy="6858000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110964" y="6176962"/>
            <a:ext cx="406878" cy="4270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658460" y="6047467"/>
            <a:ext cx="246763" cy="2589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10927317" y="193901"/>
            <a:ext cx="520538" cy="5463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1133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38600" y="365125"/>
            <a:ext cx="73152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38600" y="1973943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4"/>
          </p:nvPr>
        </p:nvSpPr>
        <p:spPr>
          <a:xfrm>
            <a:off x="251582" y="0"/>
            <a:ext cx="3493104" cy="6858000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110964" y="6176962"/>
            <a:ext cx="406878" cy="4270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658460" y="6047467"/>
            <a:ext cx="246763" cy="2589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10927317" y="193901"/>
            <a:ext cx="520538" cy="5463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бъект 2"/>
          <p:cNvSpPr>
            <a:spLocks noGrp="1"/>
          </p:cNvSpPr>
          <p:nvPr>
            <p:ph idx="15"/>
          </p:nvPr>
        </p:nvSpPr>
        <p:spPr>
          <a:xfrm>
            <a:off x="4038600" y="2554514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Объект 2"/>
          <p:cNvSpPr>
            <a:spLocks noGrp="1"/>
          </p:cNvSpPr>
          <p:nvPr>
            <p:ph idx="16"/>
          </p:nvPr>
        </p:nvSpPr>
        <p:spPr>
          <a:xfrm>
            <a:off x="4038600" y="3534229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3" name="Объект 2"/>
          <p:cNvSpPr>
            <a:spLocks noGrp="1"/>
          </p:cNvSpPr>
          <p:nvPr>
            <p:ph idx="17"/>
          </p:nvPr>
        </p:nvSpPr>
        <p:spPr>
          <a:xfrm>
            <a:off x="4038600" y="4114800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Объект 2"/>
          <p:cNvSpPr>
            <a:spLocks noGrp="1"/>
          </p:cNvSpPr>
          <p:nvPr>
            <p:ph idx="18"/>
          </p:nvPr>
        </p:nvSpPr>
        <p:spPr>
          <a:xfrm>
            <a:off x="4038600" y="5116285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Объект 2"/>
          <p:cNvSpPr>
            <a:spLocks noGrp="1"/>
          </p:cNvSpPr>
          <p:nvPr>
            <p:ph idx="19"/>
          </p:nvPr>
        </p:nvSpPr>
        <p:spPr>
          <a:xfrm>
            <a:off x="4038600" y="5696856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950239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838200" y="2177143"/>
            <a:ext cx="4925785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6428015" y="2177143"/>
            <a:ext cx="4925785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2628864" y="1937433"/>
            <a:ext cx="1344456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8167484" y="1882894"/>
            <a:ext cx="1446845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1094480" y="2846730"/>
            <a:ext cx="429918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1094480" y="3670642"/>
            <a:ext cx="4299187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6682481" y="2846730"/>
            <a:ext cx="429918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6682481" y="3670642"/>
            <a:ext cx="4299187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833927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838200" y="2177143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4606471" y="2177143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8374743" y="2177142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747157" y="1937433"/>
            <a:ext cx="1161143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5515427" y="1882894"/>
            <a:ext cx="1161143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9283699" y="1882894"/>
            <a:ext cx="1161143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1028474" y="2846730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1028474" y="3670642"/>
            <a:ext cx="2600098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4794931" y="2846730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4794931" y="3670642"/>
            <a:ext cx="2600098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8561388" y="2843667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8561388" y="3667579"/>
            <a:ext cx="2600098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1658575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678542" y="2177143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3437617" y="2177143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6185879" y="2177142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471385" y="1937433"/>
            <a:ext cx="1002918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4230459" y="1882894"/>
            <a:ext cx="1002918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6978721" y="1882894"/>
            <a:ext cx="1002918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868816" y="2846730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868816" y="3670642"/>
            <a:ext cx="2245791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3626077" y="2846730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3626077" y="3670642"/>
            <a:ext cx="2245791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6372524" y="2843667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6372524" y="3667579"/>
            <a:ext cx="2245791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8945635" y="2177142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9738477" y="1882894"/>
            <a:ext cx="1002918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Текст 2"/>
          <p:cNvSpPr>
            <a:spLocks noGrp="1"/>
          </p:cNvSpPr>
          <p:nvPr>
            <p:ph type="body" idx="14"/>
          </p:nvPr>
        </p:nvSpPr>
        <p:spPr>
          <a:xfrm>
            <a:off x="9132280" y="2843667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Объект 3"/>
          <p:cNvSpPr>
            <a:spLocks noGrp="1"/>
          </p:cNvSpPr>
          <p:nvPr>
            <p:ph sz="half" idx="15"/>
          </p:nvPr>
        </p:nvSpPr>
        <p:spPr>
          <a:xfrm>
            <a:off x="9132280" y="3667579"/>
            <a:ext cx="2245791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3949024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838200" y="2177143"/>
            <a:ext cx="4925785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68552"/>
            <a:ext cx="105156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6428015" y="2177143"/>
            <a:ext cx="4925785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1094480" y="2360275"/>
            <a:ext cx="429918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1094480" y="3367320"/>
            <a:ext cx="4299187" cy="320765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6682481" y="2360275"/>
            <a:ext cx="429918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6682481" y="3367320"/>
            <a:ext cx="4299187" cy="320765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6478009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838200" y="2177143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65488"/>
            <a:ext cx="105156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4606471" y="2177143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8374743" y="2177142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1028474" y="2180205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1028474" y="3167178"/>
            <a:ext cx="2600098" cy="340779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4794931" y="2180205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4794931" y="3167178"/>
            <a:ext cx="2600098" cy="340779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8561388" y="2177142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8561388" y="3164115"/>
            <a:ext cx="2600098" cy="340779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9313311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678542" y="2177143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65488"/>
            <a:ext cx="105156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3437617" y="2177143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6185879" y="2177142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868816" y="2287134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868816" y="3217976"/>
            <a:ext cx="2245791" cy="33569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3626077" y="2287134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3626077" y="3217976"/>
            <a:ext cx="2245791" cy="33569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6372524" y="2284071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6372524" y="3214913"/>
            <a:ext cx="2245791" cy="33569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8945635" y="2177142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Текст 2"/>
          <p:cNvSpPr>
            <a:spLocks noGrp="1"/>
          </p:cNvSpPr>
          <p:nvPr>
            <p:ph type="body" idx="14"/>
          </p:nvPr>
        </p:nvSpPr>
        <p:spPr>
          <a:xfrm>
            <a:off x="9132280" y="2284071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Объект 3"/>
          <p:cNvSpPr>
            <a:spLocks noGrp="1"/>
          </p:cNvSpPr>
          <p:nvPr>
            <p:ph sz="half" idx="15"/>
          </p:nvPr>
        </p:nvSpPr>
        <p:spPr>
          <a:xfrm>
            <a:off x="9132280" y="3214913"/>
            <a:ext cx="2245791" cy="33569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396130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24531" y="524933"/>
            <a:ext cx="3650668" cy="2051579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5360563" y="3037417"/>
            <a:ext cx="6831437" cy="32363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1122044" y="3037417"/>
            <a:ext cx="3873289" cy="32363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0" y="0"/>
            <a:ext cx="1693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Рисунок 6"/>
          <p:cNvSpPr>
            <a:spLocks noGrp="1"/>
          </p:cNvSpPr>
          <p:nvPr>
            <p:ph type="pic" sz="quarter" idx="15"/>
          </p:nvPr>
        </p:nvSpPr>
        <p:spPr>
          <a:xfrm>
            <a:off x="5360562" y="0"/>
            <a:ext cx="6831437" cy="2699657"/>
          </a:xfrm>
          <a:noFill/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774313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1" y="0"/>
            <a:ext cx="61976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бъект 2"/>
          <p:cNvSpPr>
            <a:spLocks noGrp="1"/>
          </p:cNvSpPr>
          <p:nvPr>
            <p:ph idx="1"/>
          </p:nvPr>
        </p:nvSpPr>
        <p:spPr>
          <a:xfrm>
            <a:off x="6634617" y="992187"/>
            <a:ext cx="4991326" cy="4873625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594180" y="696685"/>
            <a:ext cx="4907187" cy="5476647"/>
          </a:xfrm>
        </p:spPr>
        <p:txBody>
          <a:bodyPr/>
          <a:lstStyle/>
          <a:p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6473907" y="503916"/>
            <a:ext cx="520538" cy="5463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7407233" y="195032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0143176" y="6173333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63286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939800" y="1891051"/>
            <a:ext cx="2612571" cy="4136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65488"/>
            <a:ext cx="10409916" cy="1325563"/>
          </a:xfrm>
        </p:spPr>
        <p:txBody>
          <a:bodyPr/>
          <a:lstStyle>
            <a:lvl1pPr algn="r"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10"/>
          </p:nvPr>
        </p:nvSpPr>
        <p:spPr>
          <a:xfrm>
            <a:off x="1247775" y="2195849"/>
            <a:ext cx="2613025" cy="4106863"/>
          </a:xfrm>
        </p:spPr>
        <p:txBody>
          <a:bodyPr/>
          <a:lstStyle/>
          <a:p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4633685" y="1891051"/>
            <a:ext cx="2612571" cy="4136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  <p:sp>
        <p:nvSpPr>
          <p:cNvPr id="21" name="Рисунок 3"/>
          <p:cNvSpPr>
            <a:spLocks noGrp="1"/>
          </p:cNvSpPr>
          <p:nvPr>
            <p:ph type="pic" sz="quarter" idx="11"/>
          </p:nvPr>
        </p:nvSpPr>
        <p:spPr>
          <a:xfrm>
            <a:off x="4941660" y="2195849"/>
            <a:ext cx="2613025" cy="4106863"/>
          </a:xfrm>
        </p:spPr>
        <p:txBody>
          <a:bodyPr/>
          <a:lstStyle/>
          <a:p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8327116" y="1929036"/>
            <a:ext cx="2612571" cy="4136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  <p:sp>
        <p:nvSpPr>
          <p:cNvPr id="23" name="Рисунок 3"/>
          <p:cNvSpPr>
            <a:spLocks noGrp="1"/>
          </p:cNvSpPr>
          <p:nvPr>
            <p:ph type="pic" sz="quarter" idx="12"/>
          </p:nvPr>
        </p:nvSpPr>
        <p:spPr>
          <a:xfrm>
            <a:off x="8635091" y="2233834"/>
            <a:ext cx="2613025" cy="4106863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0067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2074" y="2548392"/>
            <a:ext cx="3207656" cy="160020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4049487" y="-4764"/>
            <a:ext cx="8142514" cy="42864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Рисунок 9"/>
          <p:cNvSpPr>
            <a:spLocks noGrp="1"/>
          </p:cNvSpPr>
          <p:nvPr>
            <p:ph type="pic" sz="quarter" idx="10"/>
          </p:nvPr>
        </p:nvSpPr>
        <p:spPr>
          <a:xfrm>
            <a:off x="4049487" y="4281488"/>
            <a:ext cx="8142513" cy="2576512"/>
          </a:xfrm>
        </p:spPr>
        <p:txBody>
          <a:bodyPr/>
          <a:lstStyle/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323217" y="457200"/>
            <a:ext cx="7375297" cy="334554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11168742" y="3119766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1470177" y="2597497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0119109" y="3629977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360009" y="2521179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57334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2074" y="1633770"/>
            <a:ext cx="3207656" cy="160020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4049487" y="-4764"/>
            <a:ext cx="8142514" cy="68627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11274054" y="5745962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1575489" y="5223693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0224421" y="6256173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327771" y="1389065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4630057" y="1016000"/>
            <a:ext cx="6643997" cy="472996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Диаграмма 4"/>
          <p:cNvSpPr>
            <a:spLocks noGrp="1"/>
          </p:cNvSpPr>
          <p:nvPr>
            <p:ph type="chart" sz="quarter" idx="11"/>
          </p:nvPr>
        </p:nvSpPr>
        <p:spPr>
          <a:xfrm>
            <a:off x="4746625" y="1146175"/>
            <a:ext cx="6421438" cy="4398963"/>
          </a:xfrm>
        </p:spPr>
        <p:txBody>
          <a:bodyPr/>
          <a:lstStyle/>
          <a:p>
            <a:endParaRPr lang="ru-RU"/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622074" y="3478675"/>
            <a:ext cx="3207656" cy="174501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3375852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5666" y="840014"/>
            <a:ext cx="6455648" cy="1131796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10638972" y="5545139"/>
            <a:ext cx="1553028" cy="132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474922" y="323744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Диаграмма 4"/>
          <p:cNvSpPr>
            <a:spLocks noGrp="1"/>
          </p:cNvSpPr>
          <p:nvPr>
            <p:ph type="chart" sz="quarter" idx="11"/>
          </p:nvPr>
        </p:nvSpPr>
        <p:spPr>
          <a:xfrm>
            <a:off x="975666" y="2278742"/>
            <a:ext cx="10110039" cy="2959465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12"/>
          </p:nvPr>
        </p:nvSpPr>
        <p:spPr>
          <a:xfrm>
            <a:off x="0" y="5545138"/>
            <a:ext cx="10609263" cy="1312862"/>
          </a:xfrm>
        </p:spPr>
        <p:txBody>
          <a:bodyPr/>
          <a:lstStyle/>
          <a:p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975666" y="0"/>
            <a:ext cx="446735" cy="4688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49374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24531" y="524933"/>
            <a:ext cx="3650668" cy="2051579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1337676" y="2993874"/>
            <a:ext cx="3618108" cy="2104571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0" y="2993874"/>
            <a:ext cx="1337676" cy="21045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Рисунок 6"/>
          <p:cNvSpPr>
            <a:spLocks noGrp="1"/>
          </p:cNvSpPr>
          <p:nvPr>
            <p:ph type="pic" sz="quarter" idx="15"/>
          </p:nvPr>
        </p:nvSpPr>
        <p:spPr>
          <a:xfrm>
            <a:off x="4955784" y="2993874"/>
            <a:ext cx="3618108" cy="2104571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6"/>
          <p:cNvSpPr>
            <a:spLocks noGrp="1"/>
          </p:cNvSpPr>
          <p:nvPr>
            <p:ph type="pic" sz="quarter" idx="16"/>
          </p:nvPr>
        </p:nvSpPr>
        <p:spPr>
          <a:xfrm>
            <a:off x="8573892" y="2993874"/>
            <a:ext cx="3618108" cy="2104571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13" name="Текст 2"/>
          <p:cNvSpPr>
            <a:spLocks noGrp="1"/>
          </p:cNvSpPr>
          <p:nvPr>
            <p:ph type="body" idx="1"/>
          </p:nvPr>
        </p:nvSpPr>
        <p:spPr>
          <a:xfrm>
            <a:off x="1775130" y="532693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idx="17"/>
          </p:nvPr>
        </p:nvSpPr>
        <p:spPr>
          <a:xfrm>
            <a:off x="5393238" y="532693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2"/>
          <p:cNvSpPr>
            <a:spLocks noGrp="1"/>
          </p:cNvSpPr>
          <p:nvPr>
            <p:ph type="body" idx="18"/>
          </p:nvPr>
        </p:nvSpPr>
        <p:spPr>
          <a:xfrm>
            <a:off x="9011346" y="532693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0972800" y="524932"/>
            <a:ext cx="462417" cy="4853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11587129" y="1117711"/>
            <a:ext cx="334834" cy="3514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/>
          <p:cNvSpPr/>
          <p:nvPr userDrawn="1"/>
        </p:nvSpPr>
        <p:spPr>
          <a:xfrm>
            <a:off x="1170259" y="5520313"/>
            <a:ext cx="334834" cy="3514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08440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1" y="1"/>
            <a:ext cx="728481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7284813" y="1"/>
            <a:ext cx="4907187" cy="2946400"/>
          </a:xfrm>
        </p:spPr>
        <p:txBody>
          <a:bodyPr/>
          <a:lstStyle/>
          <a:p>
            <a:endParaRPr lang="ru-RU"/>
          </a:p>
        </p:txBody>
      </p:sp>
      <p:sp>
        <p:nvSpPr>
          <p:cNvPr id="8" name="Рисунок 12"/>
          <p:cNvSpPr>
            <a:spLocks noGrp="1"/>
          </p:cNvSpPr>
          <p:nvPr>
            <p:ph type="pic" sz="quarter" idx="11"/>
          </p:nvPr>
        </p:nvSpPr>
        <p:spPr>
          <a:xfrm>
            <a:off x="7284812" y="2946401"/>
            <a:ext cx="4907187" cy="2452913"/>
          </a:xfrm>
        </p:spPr>
        <p:txBody>
          <a:bodyPr/>
          <a:lstStyle/>
          <a:p>
            <a:endParaRPr lang="ru-RU"/>
          </a:p>
        </p:txBody>
      </p:sp>
      <p:sp>
        <p:nvSpPr>
          <p:cNvPr id="12" name="Рисунок 12"/>
          <p:cNvSpPr>
            <a:spLocks noGrp="1"/>
          </p:cNvSpPr>
          <p:nvPr>
            <p:ph type="pic" sz="quarter" idx="12"/>
          </p:nvPr>
        </p:nvSpPr>
        <p:spPr>
          <a:xfrm>
            <a:off x="7284813" y="5399314"/>
            <a:ext cx="4907187" cy="1458686"/>
          </a:xfrm>
        </p:spPr>
        <p:txBody>
          <a:bodyPr/>
          <a:lstStyle/>
          <a:p>
            <a:endParaRPr lang="ru-RU"/>
          </a:p>
        </p:txBody>
      </p:sp>
      <p:sp>
        <p:nvSpPr>
          <p:cNvPr id="17" name="Объект 2"/>
          <p:cNvSpPr>
            <a:spLocks noGrp="1"/>
          </p:cNvSpPr>
          <p:nvPr>
            <p:ph idx="1"/>
          </p:nvPr>
        </p:nvSpPr>
        <p:spPr>
          <a:xfrm>
            <a:off x="596673" y="2061029"/>
            <a:ext cx="6079897" cy="4285797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3" y="560009"/>
            <a:ext cx="5552039" cy="120226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9" name="Прямоугольник 18"/>
          <p:cNvSpPr/>
          <p:nvPr userDrawn="1"/>
        </p:nvSpPr>
        <p:spPr>
          <a:xfrm rot="5400000">
            <a:off x="14680" y="5772209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 rot="5400000">
            <a:off x="857620" y="6057690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 rot="5400000">
            <a:off x="446550" y="4909127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8859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10914742" y="0"/>
            <a:ext cx="127725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0885488" cy="3468914"/>
          </a:xfrm>
        </p:spPr>
        <p:txBody>
          <a:bodyPr/>
          <a:lstStyle/>
          <a:p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1857828" y="3819676"/>
            <a:ext cx="653143" cy="6855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Текст 2"/>
          <p:cNvSpPr>
            <a:spLocks noGrp="1"/>
          </p:cNvSpPr>
          <p:nvPr>
            <p:ph type="body" idx="1"/>
          </p:nvPr>
        </p:nvSpPr>
        <p:spPr>
          <a:xfrm>
            <a:off x="812799" y="464476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3" name="Прямоугольник 22"/>
          <p:cNvSpPr/>
          <p:nvPr userDrawn="1"/>
        </p:nvSpPr>
        <p:spPr>
          <a:xfrm>
            <a:off x="5014684" y="3819676"/>
            <a:ext cx="653143" cy="6855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Текст 2"/>
          <p:cNvSpPr>
            <a:spLocks noGrp="1"/>
          </p:cNvSpPr>
          <p:nvPr>
            <p:ph type="body" idx="11"/>
          </p:nvPr>
        </p:nvSpPr>
        <p:spPr>
          <a:xfrm>
            <a:off x="3969655" y="464476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5" name="Прямоугольник 24"/>
          <p:cNvSpPr/>
          <p:nvPr userDrawn="1"/>
        </p:nvSpPr>
        <p:spPr>
          <a:xfrm>
            <a:off x="8171540" y="3819676"/>
            <a:ext cx="653143" cy="6855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Текст 2"/>
          <p:cNvSpPr>
            <a:spLocks noGrp="1"/>
          </p:cNvSpPr>
          <p:nvPr>
            <p:ph type="body" idx="12"/>
          </p:nvPr>
        </p:nvSpPr>
        <p:spPr>
          <a:xfrm>
            <a:off x="7126511" y="464476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8664103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10733" y="2815771"/>
            <a:ext cx="1874895" cy="311940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4" y="944010"/>
            <a:ext cx="4918756" cy="120226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" name="Прямоугольник 1"/>
          <p:cNvSpPr/>
          <p:nvPr userDrawn="1"/>
        </p:nvSpPr>
        <p:spPr>
          <a:xfrm>
            <a:off x="5788813" y="0"/>
            <a:ext cx="5733143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Объект 2"/>
          <p:cNvSpPr>
            <a:spLocks noGrp="1"/>
          </p:cNvSpPr>
          <p:nvPr>
            <p:ph idx="1"/>
          </p:nvPr>
        </p:nvSpPr>
        <p:spPr>
          <a:xfrm>
            <a:off x="6096001" y="560009"/>
            <a:ext cx="5016820" cy="5782734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5" name="Рисунок 12"/>
          <p:cNvSpPr>
            <a:spLocks noGrp="1"/>
          </p:cNvSpPr>
          <p:nvPr>
            <p:ph type="pic" sz="quarter" idx="11"/>
          </p:nvPr>
        </p:nvSpPr>
        <p:spPr>
          <a:xfrm>
            <a:off x="1903979" y="2815771"/>
            <a:ext cx="1986803" cy="311940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6" name="Рисунок 12"/>
          <p:cNvSpPr>
            <a:spLocks noGrp="1"/>
          </p:cNvSpPr>
          <p:nvPr>
            <p:ph type="pic" sz="quarter" idx="12"/>
          </p:nvPr>
        </p:nvSpPr>
        <p:spPr>
          <a:xfrm>
            <a:off x="3902350" y="2815771"/>
            <a:ext cx="1874895" cy="3119408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501709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5413829" y="0"/>
            <a:ext cx="6778171" cy="6857999"/>
          </a:xfrm>
        </p:spPr>
        <p:txBody>
          <a:bodyPr/>
          <a:lstStyle/>
          <a:p>
            <a:endParaRPr lang="ru-RU"/>
          </a:p>
        </p:txBody>
      </p:sp>
      <p:sp>
        <p:nvSpPr>
          <p:cNvPr id="11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4107542" y="1156202"/>
            <a:ext cx="3483429" cy="2023549"/>
          </a:xfr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>
            <a:normAutofit/>
          </a:bodyPr>
          <a:lstStyle>
            <a:lvl1pPr algn="ctr">
              <a:lnSpc>
                <a:spcPct val="100000"/>
              </a:lnSpc>
              <a:defRPr sz="2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14" name="Заголовок 1"/>
          <p:cNvSpPr txBox="1">
            <a:spLocks/>
          </p:cNvSpPr>
          <p:nvPr userDrawn="1"/>
        </p:nvSpPr>
        <p:spPr>
          <a:xfrm>
            <a:off x="8122888" y="1156202"/>
            <a:ext cx="3483429" cy="2023549"/>
          </a:xfrm>
          <a:prstGeom prst="rect">
            <a:avLst/>
          </a:prstGeo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lnSpc>
                <a:spcPct val="100000"/>
              </a:lnSpc>
            </a:pPr>
            <a:r>
              <a:rPr lang="ru-RU" sz="2400" dirty="0"/>
              <a:t>Образец </a:t>
            </a:r>
          </a:p>
          <a:p>
            <a:pPr>
              <a:lnSpc>
                <a:spcPct val="100000"/>
              </a:lnSpc>
            </a:pPr>
            <a:r>
              <a:rPr lang="ru-RU" sz="2400" dirty="0"/>
              <a:t>заголовка</a:t>
            </a:r>
          </a:p>
        </p:txBody>
      </p:sp>
      <p:sp>
        <p:nvSpPr>
          <p:cNvPr id="15" name="Заголовок 1"/>
          <p:cNvSpPr txBox="1">
            <a:spLocks/>
          </p:cNvSpPr>
          <p:nvPr userDrawn="1"/>
        </p:nvSpPr>
        <p:spPr>
          <a:xfrm>
            <a:off x="4107542" y="3776030"/>
            <a:ext cx="3483429" cy="2023549"/>
          </a:xfrm>
          <a:prstGeom prst="rect">
            <a:avLst/>
          </a:prstGeo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lnSpc>
                <a:spcPct val="100000"/>
              </a:lnSpc>
            </a:pPr>
            <a:r>
              <a:rPr lang="ru-RU" sz="2400" dirty="0"/>
              <a:t>Образец </a:t>
            </a:r>
          </a:p>
          <a:p>
            <a:pPr>
              <a:lnSpc>
                <a:spcPct val="100000"/>
              </a:lnSpc>
            </a:pPr>
            <a:r>
              <a:rPr lang="ru-RU" sz="2400" dirty="0"/>
              <a:t>заголовка</a:t>
            </a:r>
          </a:p>
        </p:txBody>
      </p:sp>
      <p:sp>
        <p:nvSpPr>
          <p:cNvPr id="16" name="Заголовок 1"/>
          <p:cNvSpPr txBox="1">
            <a:spLocks/>
          </p:cNvSpPr>
          <p:nvPr userDrawn="1"/>
        </p:nvSpPr>
        <p:spPr>
          <a:xfrm>
            <a:off x="8122888" y="3776030"/>
            <a:ext cx="3483429" cy="2023549"/>
          </a:xfrm>
          <a:prstGeom prst="rect">
            <a:avLst/>
          </a:prstGeo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lnSpc>
                <a:spcPct val="100000"/>
              </a:lnSpc>
            </a:pPr>
            <a:r>
              <a:rPr lang="ru-RU" sz="2400" dirty="0"/>
              <a:t>Образец </a:t>
            </a:r>
          </a:p>
          <a:p>
            <a:pPr>
              <a:lnSpc>
                <a:spcPct val="100000"/>
              </a:lnSpc>
            </a:pPr>
            <a:r>
              <a:rPr lang="ru-RU" sz="2400" dirty="0"/>
              <a:t>заголовка</a:t>
            </a:r>
          </a:p>
        </p:txBody>
      </p:sp>
      <p:sp>
        <p:nvSpPr>
          <p:cNvPr id="22" name="Заголовок 1"/>
          <p:cNvSpPr txBox="1">
            <a:spLocks/>
          </p:cNvSpPr>
          <p:nvPr userDrawn="1"/>
        </p:nvSpPr>
        <p:spPr>
          <a:xfrm>
            <a:off x="631045" y="2039934"/>
            <a:ext cx="3650668" cy="205157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32B824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dirty="0">
                <a:solidFill>
                  <a:schemeClr val="accent1"/>
                </a:solidFill>
              </a:rPr>
              <a:t>Образец заголовка</a:t>
            </a:r>
          </a:p>
        </p:txBody>
      </p:sp>
      <p:sp>
        <p:nvSpPr>
          <p:cNvPr id="23" name="Прямоугольник 22"/>
          <p:cNvSpPr/>
          <p:nvPr userDrawn="1"/>
        </p:nvSpPr>
        <p:spPr>
          <a:xfrm>
            <a:off x="2163105" y="6255898"/>
            <a:ext cx="573678" cy="6021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/>
          <p:cNvSpPr/>
          <p:nvPr userDrawn="1"/>
        </p:nvSpPr>
        <p:spPr>
          <a:xfrm>
            <a:off x="415453" y="5799579"/>
            <a:ext cx="369013" cy="387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 userDrawn="1"/>
        </p:nvSpPr>
        <p:spPr>
          <a:xfrm>
            <a:off x="1746595" y="638413"/>
            <a:ext cx="235300" cy="2469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526643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2" y="0"/>
            <a:ext cx="12192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3" y="560009"/>
            <a:ext cx="10884127" cy="1202267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9" name="Прямоугольник 18"/>
          <p:cNvSpPr/>
          <p:nvPr userDrawn="1"/>
        </p:nvSpPr>
        <p:spPr>
          <a:xfrm rot="5400000">
            <a:off x="14680" y="5960896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 rot="5400000">
            <a:off x="857620" y="6057691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 rot="5400000">
            <a:off x="113295" y="4662234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1504140" y="2451380"/>
            <a:ext cx="1959430" cy="20565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Текст 2"/>
          <p:cNvSpPr>
            <a:spLocks noGrp="1"/>
          </p:cNvSpPr>
          <p:nvPr>
            <p:ph type="body" idx="1"/>
          </p:nvPr>
        </p:nvSpPr>
        <p:spPr>
          <a:xfrm>
            <a:off x="1112255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5168997" y="2451380"/>
            <a:ext cx="1959430" cy="20565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Текст 2"/>
          <p:cNvSpPr>
            <a:spLocks noGrp="1"/>
          </p:cNvSpPr>
          <p:nvPr>
            <p:ph type="body" idx="10"/>
          </p:nvPr>
        </p:nvSpPr>
        <p:spPr>
          <a:xfrm>
            <a:off x="4777112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8833854" y="2451380"/>
            <a:ext cx="1959430" cy="20565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Текст 2"/>
          <p:cNvSpPr>
            <a:spLocks noGrp="1"/>
          </p:cNvSpPr>
          <p:nvPr>
            <p:ph type="body" idx="11"/>
          </p:nvPr>
        </p:nvSpPr>
        <p:spPr>
          <a:xfrm>
            <a:off x="8441969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Прямоугольник 23"/>
          <p:cNvSpPr/>
          <p:nvPr userDrawn="1"/>
        </p:nvSpPr>
        <p:spPr>
          <a:xfrm rot="5400000">
            <a:off x="10477113" y="-36940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 userDrawn="1"/>
        </p:nvSpPr>
        <p:spPr>
          <a:xfrm rot="5400000">
            <a:off x="11344112" y="747801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168911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2" y="0"/>
            <a:ext cx="12192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3" y="560009"/>
            <a:ext cx="10884127" cy="1202267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9" name="Прямоугольник 18"/>
          <p:cNvSpPr/>
          <p:nvPr userDrawn="1"/>
        </p:nvSpPr>
        <p:spPr>
          <a:xfrm rot="5400000">
            <a:off x="14680" y="5960896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 rot="5400000">
            <a:off x="857620" y="6057691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 rot="5400000">
            <a:off x="113295" y="4662234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Текст 2"/>
          <p:cNvSpPr>
            <a:spLocks noGrp="1"/>
          </p:cNvSpPr>
          <p:nvPr>
            <p:ph type="body" idx="1"/>
          </p:nvPr>
        </p:nvSpPr>
        <p:spPr>
          <a:xfrm>
            <a:off x="1112255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2"/>
          <p:cNvSpPr>
            <a:spLocks noGrp="1"/>
          </p:cNvSpPr>
          <p:nvPr>
            <p:ph type="body" idx="10"/>
          </p:nvPr>
        </p:nvSpPr>
        <p:spPr>
          <a:xfrm>
            <a:off x="4777112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3" name="Текст 2"/>
          <p:cNvSpPr>
            <a:spLocks noGrp="1"/>
          </p:cNvSpPr>
          <p:nvPr>
            <p:ph type="body" idx="11"/>
          </p:nvPr>
        </p:nvSpPr>
        <p:spPr>
          <a:xfrm>
            <a:off x="8441969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Прямоугольник 23"/>
          <p:cNvSpPr/>
          <p:nvPr userDrawn="1"/>
        </p:nvSpPr>
        <p:spPr>
          <a:xfrm rot="5400000">
            <a:off x="10477113" y="-36940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 userDrawn="1"/>
        </p:nvSpPr>
        <p:spPr>
          <a:xfrm rot="5400000">
            <a:off x="11344112" y="747801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2"/>
          </p:nvPr>
        </p:nvSpPr>
        <p:spPr>
          <a:xfrm>
            <a:off x="1458330" y="2451100"/>
            <a:ext cx="2051050" cy="2057400"/>
          </a:xfrm>
        </p:spPr>
        <p:txBody>
          <a:bodyPr/>
          <a:lstStyle/>
          <a:p>
            <a:endParaRPr lang="ru-RU"/>
          </a:p>
        </p:txBody>
      </p:sp>
      <p:sp>
        <p:nvSpPr>
          <p:cNvPr id="17" name="Рисунок 2"/>
          <p:cNvSpPr>
            <a:spLocks noGrp="1"/>
          </p:cNvSpPr>
          <p:nvPr>
            <p:ph type="pic" sz="quarter" idx="13"/>
          </p:nvPr>
        </p:nvSpPr>
        <p:spPr>
          <a:xfrm>
            <a:off x="5123187" y="2451100"/>
            <a:ext cx="2051050" cy="2057400"/>
          </a:xfrm>
        </p:spPr>
        <p:txBody>
          <a:bodyPr/>
          <a:lstStyle/>
          <a:p>
            <a:endParaRPr lang="ru-RU"/>
          </a:p>
        </p:txBody>
      </p:sp>
      <p:sp>
        <p:nvSpPr>
          <p:cNvPr id="26" name="Рисунок 2"/>
          <p:cNvSpPr>
            <a:spLocks noGrp="1"/>
          </p:cNvSpPr>
          <p:nvPr>
            <p:ph type="pic" sz="quarter" idx="14"/>
          </p:nvPr>
        </p:nvSpPr>
        <p:spPr>
          <a:xfrm>
            <a:off x="8788044" y="2451100"/>
            <a:ext cx="2051050" cy="2057400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74813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/>
          <p:cNvSpPr/>
          <p:nvPr userDrawn="1"/>
        </p:nvSpPr>
        <p:spPr>
          <a:xfrm>
            <a:off x="8668543" y="2489162"/>
            <a:ext cx="2032001" cy="20538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5022735" y="2489162"/>
            <a:ext cx="2032001" cy="20538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1335314" y="2474647"/>
            <a:ext cx="2032001" cy="20538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3" y="734181"/>
            <a:ext cx="10884127" cy="1202267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idx="1"/>
          </p:nvPr>
        </p:nvSpPr>
        <p:spPr>
          <a:xfrm>
            <a:off x="1112255" y="481878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2"/>
          <p:cNvSpPr>
            <a:spLocks noGrp="1"/>
          </p:cNvSpPr>
          <p:nvPr>
            <p:ph type="body" idx="10"/>
          </p:nvPr>
        </p:nvSpPr>
        <p:spPr>
          <a:xfrm>
            <a:off x="4777112" y="481878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3" name="Текст 2"/>
          <p:cNvSpPr>
            <a:spLocks noGrp="1"/>
          </p:cNvSpPr>
          <p:nvPr>
            <p:ph type="body" idx="11"/>
          </p:nvPr>
        </p:nvSpPr>
        <p:spPr>
          <a:xfrm>
            <a:off x="8441969" y="481878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2"/>
          </p:nvPr>
        </p:nvSpPr>
        <p:spPr>
          <a:xfrm>
            <a:off x="1458330" y="2625272"/>
            <a:ext cx="2051050" cy="2057400"/>
          </a:xfrm>
        </p:spPr>
        <p:txBody>
          <a:bodyPr/>
          <a:lstStyle/>
          <a:p>
            <a:endParaRPr lang="ru-RU"/>
          </a:p>
        </p:txBody>
      </p:sp>
      <p:sp>
        <p:nvSpPr>
          <p:cNvPr id="17" name="Рисунок 2"/>
          <p:cNvSpPr>
            <a:spLocks noGrp="1"/>
          </p:cNvSpPr>
          <p:nvPr>
            <p:ph type="pic" sz="quarter" idx="13"/>
          </p:nvPr>
        </p:nvSpPr>
        <p:spPr>
          <a:xfrm>
            <a:off x="5123187" y="2625272"/>
            <a:ext cx="2051050" cy="2057400"/>
          </a:xfrm>
        </p:spPr>
        <p:txBody>
          <a:bodyPr/>
          <a:lstStyle/>
          <a:p>
            <a:endParaRPr lang="ru-RU"/>
          </a:p>
        </p:txBody>
      </p:sp>
      <p:sp>
        <p:nvSpPr>
          <p:cNvPr id="26" name="Рисунок 2"/>
          <p:cNvSpPr>
            <a:spLocks noGrp="1"/>
          </p:cNvSpPr>
          <p:nvPr>
            <p:ph type="pic" sz="quarter" idx="14"/>
          </p:nvPr>
        </p:nvSpPr>
        <p:spPr>
          <a:xfrm>
            <a:off x="8788044" y="2625272"/>
            <a:ext cx="2051050" cy="2057400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67143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/>
          <p:nvPr userDrawn="1"/>
        </p:nvSpPr>
        <p:spPr>
          <a:xfrm>
            <a:off x="0" y="0"/>
            <a:ext cx="6110514" cy="34735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Текст 2"/>
          <p:cNvSpPr>
            <a:spLocks noGrp="1"/>
          </p:cNvSpPr>
          <p:nvPr>
            <p:ph type="body" idx="10"/>
          </p:nvPr>
        </p:nvSpPr>
        <p:spPr>
          <a:xfrm>
            <a:off x="471763" y="1931068"/>
            <a:ext cx="5166988" cy="61007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Рисунок 2"/>
          <p:cNvSpPr>
            <a:spLocks noGrp="1"/>
          </p:cNvSpPr>
          <p:nvPr>
            <p:ph type="pic" sz="quarter" idx="13"/>
          </p:nvPr>
        </p:nvSpPr>
        <p:spPr>
          <a:xfrm>
            <a:off x="6110514" y="0"/>
            <a:ext cx="6081486" cy="3473599"/>
          </a:xfrm>
        </p:spPr>
        <p:txBody>
          <a:bodyPr/>
          <a:lstStyle/>
          <a:p>
            <a:endParaRPr lang="ru-RU"/>
          </a:p>
        </p:txBody>
      </p:sp>
      <p:sp>
        <p:nvSpPr>
          <p:cNvPr id="25" name="Рисунок 2"/>
          <p:cNvSpPr>
            <a:spLocks noGrp="1"/>
          </p:cNvSpPr>
          <p:nvPr>
            <p:ph type="pic" sz="quarter" idx="14"/>
          </p:nvPr>
        </p:nvSpPr>
        <p:spPr>
          <a:xfrm>
            <a:off x="0" y="3473599"/>
            <a:ext cx="6110514" cy="347359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Прямоугольник 27"/>
          <p:cNvSpPr/>
          <p:nvPr userDrawn="1"/>
        </p:nvSpPr>
        <p:spPr>
          <a:xfrm>
            <a:off x="6110514" y="3473599"/>
            <a:ext cx="6110514" cy="34735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Текст 2"/>
          <p:cNvSpPr>
            <a:spLocks noGrp="1"/>
          </p:cNvSpPr>
          <p:nvPr>
            <p:ph type="body" idx="15" hasCustomPrompt="1"/>
          </p:nvPr>
        </p:nvSpPr>
        <p:spPr>
          <a:xfrm>
            <a:off x="471763" y="998612"/>
            <a:ext cx="5166988" cy="73818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6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31" name="Текст 2"/>
          <p:cNvSpPr>
            <a:spLocks noGrp="1"/>
          </p:cNvSpPr>
          <p:nvPr>
            <p:ph type="body" idx="16"/>
          </p:nvPr>
        </p:nvSpPr>
        <p:spPr>
          <a:xfrm>
            <a:off x="6582277" y="5371590"/>
            <a:ext cx="5166988" cy="61007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2" name="Текст 2"/>
          <p:cNvSpPr>
            <a:spLocks noGrp="1"/>
          </p:cNvSpPr>
          <p:nvPr>
            <p:ph type="body" idx="17" hasCustomPrompt="1"/>
          </p:nvPr>
        </p:nvSpPr>
        <p:spPr>
          <a:xfrm>
            <a:off x="6582277" y="4439134"/>
            <a:ext cx="5166988" cy="73818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6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число</a:t>
            </a:r>
          </a:p>
        </p:txBody>
      </p:sp>
    </p:spTree>
    <p:extLst>
      <p:ext uri="{BB962C8B-B14F-4D97-AF65-F5344CB8AC3E}">
        <p14:creationId xmlns:p14="http://schemas.microsoft.com/office/powerpoint/2010/main" val="340747135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8915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393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8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1190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fld id="{F5179A5D-2E1E-4122-8255-844A0375AB5C}" type="datetimeFigureOut">
              <a:rPr lang="ru-RU" smtClean="0"/>
              <a:pPr/>
              <a:t>22.01.2026</a:t>
            </a:fld>
            <a:endParaRPr lang="ru-RU" dirty="0"/>
          </a:p>
        </p:txBody>
      </p:sp>
      <p:sp>
        <p:nvSpPr>
          <p:cNvPr id="9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904049" y="631190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476049" y="631190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fld id="{D939E064-4929-463C-BE93-599F78C1F97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2952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1" r:id="rId2"/>
    <p:sldLayoutId id="2147483660" r:id="rId3"/>
    <p:sldLayoutId id="2147483655" r:id="rId4"/>
    <p:sldLayoutId id="2147483651" r:id="rId5"/>
    <p:sldLayoutId id="2147483661" r:id="rId6"/>
    <p:sldLayoutId id="2147483654" r:id="rId7"/>
    <p:sldLayoutId id="2147483650" r:id="rId8"/>
    <p:sldLayoutId id="2147483679" r:id="rId9"/>
    <p:sldLayoutId id="2147483663" r:id="rId10"/>
    <p:sldLayoutId id="2147483652" r:id="rId11"/>
    <p:sldLayoutId id="2147483662" r:id="rId12"/>
    <p:sldLayoutId id="2147483664" r:id="rId13"/>
    <p:sldLayoutId id="2147483665" r:id="rId14"/>
    <p:sldLayoutId id="2147483666" r:id="rId15"/>
    <p:sldLayoutId id="2147483667" r:id="rId16"/>
    <p:sldLayoutId id="2147483653" r:id="rId17"/>
    <p:sldLayoutId id="2147483668" r:id="rId18"/>
    <p:sldLayoutId id="2147483656" r:id="rId19"/>
    <p:sldLayoutId id="2147483669" r:id="rId20"/>
    <p:sldLayoutId id="2147483674" r:id="rId21"/>
    <p:sldLayoutId id="2147483670" r:id="rId22"/>
    <p:sldLayoutId id="2147483671" r:id="rId23"/>
    <p:sldLayoutId id="2147483672" r:id="rId24"/>
    <p:sldLayoutId id="2147483673" r:id="rId25"/>
    <p:sldLayoutId id="2147483675" r:id="rId26"/>
    <p:sldLayoutId id="2147483676" r:id="rId27"/>
    <p:sldLayoutId id="2147483677" r:id="rId28"/>
    <p:sldLayoutId id="2147483678" r:id="rId29"/>
    <p:sldLayoutId id="2147483680" r:id="rId30"/>
    <p:sldLayoutId id="2147483657" r:id="rId3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ru-RU" sz="4000" dirty="0"/>
              <a:t>Программа </a:t>
            </a:r>
            <a:r>
              <a:rPr lang="en-US" sz="4000" dirty="0"/>
              <a:t>“</a:t>
            </a:r>
            <a:r>
              <a:rPr lang="ru-RU" sz="4000" dirty="0"/>
              <a:t>Учет в ГИБДД</a:t>
            </a:r>
            <a:r>
              <a:rPr lang="en-US" sz="4000" dirty="0"/>
              <a:t>”</a:t>
            </a:r>
            <a:endParaRPr lang="ru-RU" sz="40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Дубовских Александр ИТ-10</a:t>
            </a:r>
          </a:p>
        </p:txBody>
      </p:sp>
    </p:spTree>
    <p:extLst>
      <p:ext uri="{BB962C8B-B14F-4D97-AF65-F5344CB8AC3E}">
        <p14:creationId xmlns:p14="http://schemas.microsoft.com/office/powerpoint/2010/main" val="2240160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Введение в задачу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3"/>
          </p:nvPr>
        </p:nvSpPr>
        <p:spPr>
          <a:xfrm>
            <a:off x="171450" y="2419447"/>
            <a:ext cx="10515600" cy="4073428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ru-RU" sz="2400" dirty="0"/>
              <a:t>1</a:t>
            </a:r>
            <a:r>
              <a:rPr lang="en-US" sz="2400" dirty="0"/>
              <a:t>.</a:t>
            </a:r>
            <a:r>
              <a:rPr lang="ru-RU" sz="2400" dirty="0"/>
              <a:t>Полный список всех автомобилистов, отсортированный по следующему ключу</a:t>
            </a:r>
            <a:r>
              <a:rPr lang="en-US" sz="2400" dirty="0"/>
              <a:t>: (</a:t>
            </a:r>
            <a:r>
              <a:rPr lang="ru-RU" sz="2400" dirty="0"/>
              <a:t>год постановки на учёт (по убыванию) + фамилия владельца (по возрастанию)</a:t>
            </a:r>
            <a:r>
              <a:rPr lang="en-US" sz="2400" dirty="0"/>
              <a:t>)</a:t>
            </a:r>
            <a:r>
              <a:rPr lang="ru-RU" sz="2400" dirty="0"/>
              <a:t>. </a:t>
            </a: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r>
              <a:rPr lang="ru-RU" sz="2400" dirty="0"/>
              <a:t>2 Список всех владельцев автомобилей ВАЗ, отсортированный по следующему ключу: год выпуска (по убыванию) + объём двигателя (по возрастанию) + фамилия (по возрастанию).</a:t>
            </a: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r>
              <a:rPr lang="ru-RU" sz="2400" dirty="0"/>
              <a:t> 3 Список всех владельцев автомобилей с годом выпуска ранее заданного, отсортированный по следующему ключу: год выпуска (по убыванию) + марка автомобиля (по возрастанию).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EA351F-8649-C0A8-601A-06316D288795}"/>
              </a:ext>
            </a:extLst>
          </p:cNvPr>
          <p:cNvSpPr txBox="1"/>
          <p:nvPr/>
        </p:nvSpPr>
        <p:spPr>
          <a:xfrm>
            <a:off x="171450" y="1608792"/>
            <a:ext cx="978217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600" b="1" dirty="0"/>
              <a:t>Написать программу, которая будет сортировать файл по следующим критериям</a:t>
            </a:r>
            <a:r>
              <a:rPr lang="en-US" sz="2600" b="1" dirty="0"/>
              <a:t>:</a:t>
            </a:r>
            <a:r>
              <a:rPr lang="ru-RU" sz="26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21713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13FC77-CBEB-6090-E94D-70D05A2C9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работы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9D911A-6443-4E8A-BF53-446A86738B89}"/>
              </a:ext>
            </a:extLst>
          </p:cNvPr>
          <p:cNvSpPr txBox="1"/>
          <p:nvPr/>
        </p:nvSpPr>
        <p:spPr>
          <a:xfrm>
            <a:off x="590550" y="2059967"/>
            <a:ext cx="868680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1.</a:t>
            </a:r>
            <a:r>
              <a:rPr lang="ru-RU" sz="2600" dirty="0"/>
              <a:t>Записывает заголовки в </a:t>
            </a:r>
            <a:r>
              <a:rPr lang="en-US" sz="2600" dirty="0" err="1"/>
              <a:t>dictreader</a:t>
            </a:r>
            <a:r>
              <a:rPr lang="ru-RU" sz="2600" dirty="0"/>
              <a:t> и назначает тип данных для каждого заголовка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A0D507-9E27-AFBC-3563-ED82D8F054C4}"/>
              </a:ext>
            </a:extLst>
          </p:cNvPr>
          <p:cNvSpPr txBox="1"/>
          <p:nvPr/>
        </p:nvSpPr>
        <p:spPr>
          <a:xfrm>
            <a:off x="590550" y="3210349"/>
            <a:ext cx="861060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600" dirty="0"/>
              <a:t>2.Создается копия списка и происходит сортировка методом обмена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C9EA26-1818-E0EF-F2E9-F3F8F58D1E4F}"/>
              </a:ext>
            </a:extLst>
          </p:cNvPr>
          <p:cNvSpPr txBox="1"/>
          <p:nvPr/>
        </p:nvSpPr>
        <p:spPr>
          <a:xfrm>
            <a:off x="590550" y="4360731"/>
            <a:ext cx="542925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600" dirty="0"/>
              <a:t>3.Создаются отчеты по критериям</a:t>
            </a:r>
          </a:p>
        </p:txBody>
      </p:sp>
    </p:spTree>
    <p:extLst>
      <p:ext uri="{BB962C8B-B14F-4D97-AF65-F5344CB8AC3E}">
        <p14:creationId xmlns:p14="http://schemas.microsoft.com/office/powerpoint/2010/main" val="2170965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5663FB-6821-EF0C-325A-29772D124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работы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E84A10-5041-BB62-B47C-38370C26CA51}"/>
              </a:ext>
            </a:extLst>
          </p:cNvPr>
          <p:cNvSpPr txBox="1"/>
          <p:nvPr/>
        </p:nvSpPr>
        <p:spPr>
          <a:xfrm>
            <a:off x="2464594" y="6042917"/>
            <a:ext cx="242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582962-3850-57FC-8EBC-7CDAB438197A}"/>
              </a:ext>
            </a:extLst>
          </p:cNvPr>
          <p:cNvSpPr txBox="1"/>
          <p:nvPr/>
        </p:nvSpPr>
        <p:spPr>
          <a:xfrm>
            <a:off x="8315325" y="6086730"/>
            <a:ext cx="42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55C5BE2-8AA5-14AA-7789-9EAB8B4BCB60}"/>
              </a:ext>
            </a:extLst>
          </p:cNvPr>
          <p:cNvSpPr/>
          <p:nvPr/>
        </p:nvSpPr>
        <p:spPr>
          <a:xfrm>
            <a:off x="3695700" y="1720214"/>
            <a:ext cx="4086225" cy="6951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284A061-7D4C-D35E-1990-A93348EB9F18}"/>
              </a:ext>
            </a:extLst>
          </p:cNvPr>
          <p:cNvSpPr/>
          <p:nvPr/>
        </p:nvSpPr>
        <p:spPr>
          <a:xfrm>
            <a:off x="6491293" y="3797310"/>
            <a:ext cx="1400178" cy="602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1B5044D0-FD3B-DABC-88F7-431ACEB2B8FC}"/>
              </a:ext>
            </a:extLst>
          </p:cNvPr>
          <p:cNvSpPr/>
          <p:nvPr/>
        </p:nvSpPr>
        <p:spPr>
          <a:xfrm>
            <a:off x="3695700" y="2870407"/>
            <a:ext cx="4086224" cy="69513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1374D7E-81E4-6049-2525-DBD525476A27}"/>
              </a:ext>
            </a:extLst>
          </p:cNvPr>
          <p:cNvSpPr/>
          <p:nvPr/>
        </p:nvSpPr>
        <p:spPr>
          <a:xfrm>
            <a:off x="4005261" y="1805845"/>
            <a:ext cx="3390899" cy="5238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32FBF6-6CF5-6CC7-3C8B-CC3CDE89E523}"/>
              </a:ext>
            </a:extLst>
          </p:cNvPr>
          <p:cNvSpPr txBox="1"/>
          <p:nvPr/>
        </p:nvSpPr>
        <p:spPr>
          <a:xfrm>
            <a:off x="4196952" y="1744616"/>
            <a:ext cx="30837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Пользователь вставляет путь до файла с данными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CDE5360-6A0E-F320-D26D-3831F7340EEC}"/>
              </a:ext>
            </a:extLst>
          </p:cNvPr>
          <p:cNvSpPr/>
          <p:nvPr/>
        </p:nvSpPr>
        <p:spPr>
          <a:xfrm>
            <a:off x="4005260" y="2956038"/>
            <a:ext cx="3390899" cy="5238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4AF5C3FD-68BD-7AD2-11F5-D2DD56A707CC}"/>
              </a:ext>
            </a:extLst>
          </p:cNvPr>
          <p:cNvCxnSpPr>
            <a:stCxn id="4" idx="2"/>
            <a:endCxn id="10" idx="0"/>
          </p:cNvCxnSpPr>
          <p:nvPr/>
        </p:nvCxnSpPr>
        <p:spPr>
          <a:xfrm flipH="1">
            <a:off x="5738812" y="2415352"/>
            <a:ext cx="1" cy="4550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7DC43EA-B765-EC7E-B8F5-726D53E13F55}"/>
              </a:ext>
            </a:extLst>
          </p:cNvPr>
          <p:cNvSpPr txBox="1"/>
          <p:nvPr/>
        </p:nvSpPr>
        <p:spPr>
          <a:xfrm>
            <a:off x="4193381" y="2894809"/>
            <a:ext cx="3781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Вызывается меню с выбором сортировки и выходом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BE01E7C-D526-98BA-0843-6A52A19DCF39}"/>
              </a:ext>
            </a:extLst>
          </p:cNvPr>
          <p:cNvSpPr/>
          <p:nvPr/>
        </p:nvSpPr>
        <p:spPr>
          <a:xfrm>
            <a:off x="1614485" y="4655831"/>
            <a:ext cx="4086224" cy="85345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8681D556-B687-D38A-FA7F-6D10E5B23871}"/>
              </a:ext>
            </a:extLst>
          </p:cNvPr>
          <p:cNvSpPr/>
          <p:nvPr/>
        </p:nvSpPr>
        <p:spPr>
          <a:xfrm>
            <a:off x="1883568" y="4698646"/>
            <a:ext cx="3490908" cy="7678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5F2C56-BA61-E6E5-2999-65544225B08F}"/>
              </a:ext>
            </a:extLst>
          </p:cNvPr>
          <p:cNvSpPr txBox="1"/>
          <p:nvPr/>
        </p:nvSpPr>
        <p:spPr>
          <a:xfrm>
            <a:off x="1919284" y="4631166"/>
            <a:ext cx="37814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Создается файл, в котором находятся данные по выбранной сортировке</a:t>
            </a:r>
          </a:p>
        </p:txBody>
      </p: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942DD754-BAFF-A88E-6D63-277A756B983E}"/>
              </a:ext>
            </a:extLst>
          </p:cNvPr>
          <p:cNvCxnSpPr>
            <a:cxnSpLocks/>
          </p:cNvCxnSpPr>
          <p:nvPr/>
        </p:nvCxnSpPr>
        <p:spPr>
          <a:xfrm flipH="1">
            <a:off x="4943475" y="3565545"/>
            <a:ext cx="757234" cy="4635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A7FFEAB3-7945-34B6-9FF6-7C144AAE45FE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1000125" y="3217976"/>
            <a:ext cx="26955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709CB660-EAFC-6150-4CD6-01D8F89BEBD7}"/>
              </a:ext>
            </a:extLst>
          </p:cNvPr>
          <p:cNvCxnSpPr>
            <a:cxnSpLocks/>
          </p:cNvCxnSpPr>
          <p:nvPr/>
        </p:nvCxnSpPr>
        <p:spPr>
          <a:xfrm flipH="1" flipV="1">
            <a:off x="2689623" y="4675112"/>
            <a:ext cx="1016793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42247326-4C1C-D6EE-959B-D71FA92A3272}"/>
              </a:ext>
            </a:extLst>
          </p:cNvPr>
          <p:cNvCxnSpPr>
            <a:cxnSpLocks/>
          </p:cNvCxnSpPr>
          <p:nvPr/>
        </p:nvCxnSpPr>
        <p:spPr>
          <a:xfrm>
            <a:off x="1000125" y="3213283"/>
            <a:ext cx="0" cy="26922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 стрелкой 36">
            <a:extLst>
              <a:ext uri="{FF2B5EF4-FFF2-40B4-BE49-F238E27FC236}">
                <a16:creationId xmlns:a16="http://schemas.microsoft.com/office/drawing/2014/main" id="{8D0E0908-75E6-BC68-A90F-5A24FEA406BB}"/>
              </a:ext>
            </a:extLst>
          </p:cNvPr>
          <p:cNvCxnSpPr>
            <a:cxnSpLocks/>
          </p:cNvCxnSpPr>
          <p:nvPr/>
        </p:nvCxnSpPr>
        <p:spPr>
          <a:xfrm>
            <a:off x="5700709" y="3533841"/>
            <a:ext cx="790584" cy="495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AEFCBE7E-2C0A-EA81-6F04-F1FA825EA9FD}"/>
              </a:ext>
            </a:extLst>
          </p:cNvPr>
          <p:cNvSpPr/>
          <p:nvPr/>
        </p:nvSpPr>
        <p:spPr>
          <a:xfrm>
            <a:off x="3493299" y="3797179"/>
            <a:ext cx="1400163" cy="5581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DF8BBE1B-7994-EDD8-4DF6-A3D6ABE4C08E}"/>
              </a:ext>
            </a:extLst>
          </p:cNvPr>
          <p:cNvSpPr/>
          <p:nvPr/>
        </p:nvSpPr>
        <p:spPr>
          <a:xfrm>
            <a:off x="6647842" y="3865058"/>
            <a:ext cx="1057876" cy="4216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27DA7CC5-8C30-AD1D-15B7-583D145F944C}"/>
              </a:ext>
            </a:extLst>
          </p:cNvPr>
          <p:cNvSpPr/>
          <p:nvPr/>
        </p:nvSpPr>
        <p:spPr>
          <a:xfrm>
            <a:off x="3662948" y="3865058"/>
            <a:ext cx="1049543" cy="4216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748DDEE-DCEC-8BB6-D9DB-8F6DE77DB733}"/>
              </a:ext>
            </a:extLst>
          </p:cNvPr>
          <p:cNvSpPr txBox="1"/>
          <p:nvPr/>
        </p:nvSpPr>
        <p:spPr>
          <a:xfrm>
            <a:off x="3779651" y="3897193"/>
            <a:ext cx="785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1,2,3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548C30E-CA54-90EE-9BEF-C5FD6FBC7C4C}"/>
              </a:ext>
            </a:extLst>
          </p:cNvPr>
          <p:cNvSpPr txBox="1"/>
          <p:nvPr/>
        </p:nvSpPr>
        <p:spPr>
          <a:xfrm>
            <a:off x="7058035" y="3897193"/>
            <a:ext cx="481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0</a:t>
            </a:r>
          </a:p>
        </p:txBody>
      </p:sp>
      <p:cxnSp>
        <p:nvCxnSpPr>
          <p:cNvPr id="47" name="Прямая со стрелкой 46">
            <a:extLst>
              <a:ext uri="{FF2B5EF4-FFF2-40B4-BE49-F238E27FC236}">
                <a16:creationId xmlns:a16="http://schemas.microsoft.com/office/drawing/2014/main" id="{83024584-1E85-E843-A21B-C9D39BC7D177}"/>
              </a:ext>
            </a:extLst>
          </p:cNvPr>
          <p:cNvCxnSpPr>
            <a:stCxn id="41" idx="2"/>
            <a:endCxn id="23" idx="0"/>
          </p:cNvCxnSpPr>
          <p:nvPr/>
        </p:nvCxnSpPr>
        <p:spPr>
          <a:xfrm flipH="1">
            <a:off x="3809997" y="4355342"/>
            <a:ext cx="383384" cy="2758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Прямая соединительная линия 50">
            <a:extLst>
              <a:ext uri="{FF2B5EF4-FFF2-40B4-BE49-F238E27FC236}">
                <a16:creationId xmlns:a16="http://schemas.microsoft.com/office/drawing/2014/main" id="{6A1A2867-0CCA-A01B-6454-4AD3AE5FF8D2}"/>
              </a:ext>
            </a:extLst>
          </p:cNvPr>
          <p:cNvCxnSpPr>
            <a:stCxn id="23" idx="2"/>
          </p:cNvCxnSpPr>
          <p:nvPr/>
        </p:nvCxnSpPr>
        <p:spPr>
          <a:xfrm flipH="1">
            <a:off x="1000125" y="5554496"/>
            <a:ext cx="2809872" cy="3510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>
            <a:extLst>
              <a:ext uri="{FF2B5EF4-FFF2-40B4-BE49-F238E27FC236}">
                <a16:creationId xmlns:a16="http://schemas.microsoft.com/office/drawing/2014/main" id="{56653C5C-5557-CC9B-6985-6B0B467F0F8E}"/>
              </a:ext>
            </a:extLst>
          </p:cNvPr>
          <p:cNvCxnSpPr>
            <a:stCxn id="5" idx="2"/>
          </p:cNvCxnSpPr>
          <p:nvPr/>
        </p:nvCxnSpPr>
        <p:spPr>
          <a:xfrm>
            <a:off x="7191382" y="4399401"/>
            <a:ext cx="0" cy="15060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единительная линия 54">
            <a:extLst>
              <a:ext uri="{FF2B5EF4-FFF2-40B4-BE49-F238E27FC236}">
                <a16:creationId xmlns:a16="http://schemas.microsoft.com/office/drawing/2014/main" id="{9B3927D4-A0C7-321E-2F9D-154BDA652519}"/>
              </a:ext>
            </a:extLst>
          </p:cNvPr>
          <p:cNvCxnSpPr/>
          <p:nvPr/>
        </p:nvCxnSpPr>
        <p:spPr>
          <a:xfrm flipH="1">
            <a:off x="5700709" y="5905500"/>
            <a:ext cx="14906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706E0B37-E08B-EB37-FD98-F43FF4CCC304}"/>
              </a:ext>
            </a:extLst>
          </p:cNvPr>
          <p:cNvSpPr/>
          <p:nvPr/>
        </p:nvSpPr>
        <p:spPr>
          <a:xfrm>
            <a:off x="4712491" y="6086730"/>
            <a:ext cx="1935351" cy="4952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Прямоугольник 56">
            <a:extLst>
              <a:ext uri="{FF2B5EF4-FFF2-40B4-BE49-F238E27FC236}">
                <a16:creationId xmlns:a16="http://schemas.microsoft.com/office/drawing/2014/main" id="{EEA8BEEB-DEE4-29EF-81FC-94D9628693C5}"/>
              </a:ext>
            </a:extLst>
          </p:cNvPr>
          <p:cNvSpPr/>
          <p:nvPr/>
        </p:nvSpPr>
        <p:spPr>
          <a:xfrm>
            <a:off x="4941978" y="6193059"/>
            <a:ext cx="1476375" cy="2825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96A1A77-6D59-C9CA-CAAC-9C2D0AB79F68}"/>
              </a:ext>
            </a:extLst>
          </p:cNvPr>
          <p:cNvSpPr txBox="1"/>
          <p:nvPr/>
        </p:nvSpPr>
        <p:spPr>
          <a:xfrm>
            <a:off x="4942566" y="6149680"/>
            <a:ext cx="2115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Конец работы</a:t>
            </a:r>
          </a:p>
        </p:txBody>
      </p:sp>
      <p:cxnSp>
        <p:nvCxnSpPr>
          <p:cNvPr id="60" name="Прямая со стрелкой 59">
            <a:extLst>
              <a:ext uri="{FF2B5EF4-FFF2-40B4-BE49-F238E27FC236}">
                <a16:creationId xmlns:a16="http://schemas.microsoft.com/office/drawing/2014/main" id="{329185A4-4F92-C248-1A74-4CFBC27EB017}"/>
              </a:ext>
            </a:extLst>
          </p:cNvPr>
          <p:cNvCxnSpPr/>
          <p:nvPr/>
        </p:nvCxnSpPr>
        <p:spPr>
          <a:xfrm>
            <a:off x="5680165" y="5905500"/>
            <a:ext cx="0" cy="1812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4086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03B7E7-4073-3E9C-AB54-D54D63A9F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работы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EFCAD3C-3E70-3A62-8111-4C9600EA6E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8263" y="1900213"/>
            <a:ext cx="4115374" cy="352474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Шриф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28B4CBA-F3C5-EF1F-8A4D-59AA4EE3E9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6000" y="2462212"/>
            <a:ext cx="3219899" cy="1324160"/>
          </a:xfrm>
          <a:prstGeom prst="rect">
            <a:avLst/>
          </a:prstGeom>
        </p:spPr>
      </p:pic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29575671-32AC-A366-7AAC-822C079FE9BF}"/>
              </a:ext>
            </a:extLst>
          </p:cNvPr>
          <p:cNvCxnSpPr>
            <a:stCxn id="5" idx="2"/>
            <a:endCxn id="7" idx="0"/>
          </p:cNvCxnSpPr>
          <p:nvPr/>
        </p:nvCxnSpPr>
        <p:spPr>
          <a:xfrm>
            <a:off x="5695950" y="2252687"/>
            <a:ext cx="0" cy="209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8C6628D-922A-3CFF-CCE2-FB5EA638E97F}"/>
              </a:ext>
            </a:extLst>
          </p:cNvPr>
          <p:cNvSpPr/>
          <p:nvPr/>
        </p:nvSpPr>
        <p:spPr>
          <a:xfrm>
            <a:off x="3300187" y="4167164"/>
            <a:ext cx="1571625" cy="438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975A4050-4621-7FA3-0E46-29BAA069DAA0}"/>
              </a:ext>
            </a:extLst>
          </p:cNvPr>
          <p:cNvSpPr/>
          <p:nvPr/>
        </p:nvSpPr>
        <p:spPr>
          <a:xfrm>
            <a:off x="6520086" y="4167164"/>
            <a:ext cx="1571625" cy="438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93155245-BDA0-F481-CFB5-24FC4DCF4E58}"/>
              </a:ext>
            </a:extLst>
          </p:cNvPr>
          <p:cNvSpPr/>
          <p:nvPr/>
        </p:nvSpPr>
        <p:spPr>
          <a:xfrm>
            <a:off x="3500211" y="4262414"/>
            <a:ext cx="1171575" cy="2476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46AD1C1-1D54-271D-7D4F-A1784E049CDB}"/>
              </a:ext>
            </a:extLst>
          </p:cNvPr>
          <p:cNvSpPr/>
          <p:nvPr/>
        </p:nvSpPr>
        <p:spPr>
          <a:xfrm>
            <a:off x="6720110" y="4262414"/>
            <a:ext cx="1171575" cy="2476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82D262-B732-77FD-F38A-82488A3E7A59}"/>
              </a:ext>
            </a:extLst>
          </p:cNvPr>
          <p:cNvSpPr txBox="1"/>
          <p:nvPr/>
        </p:nvSpPr>
        <p:spPr>
          <a:xfrm>
            <a:off x="3638263" y="4201573"/>
            <a:ext cx="886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1,2,3</a:t>
            </a:r>
            <a:endParaRPr lang="ru-R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5119BF-2AEB-FFAB-1CB0-849616C603BD}"/>
              </a:ext>
            </a:extLst>
          </p:cNvPr>
          <p:cNvSpPr txBox="1"/>
          <p:nvPr/>
        </p:nvSpPr>
        <p:spPr>
          <a:xfrm>
            <a:off x="7155992" y="4201573"/>
            <a:ext cx="390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  <a:endParaRPr lang="ru-RU" dirty="0"/>
          </a:p>
        </p:txBody>
      </p: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B77157E9-5DA7-E78C-D94E-199C735A8C45}"/>
              </a:ext>
            </a:extLst>
          </p:cNvPr>
          <p:cNvCxnSpPr>
            <a:stCxn id="7" idx="2"/>
            <a:endCxn id="11" idx="0"/>
          </p:cNvCxnSpPr>
          <p:nvPr/>
        </p:nvCxnSpPr>
        <p:spPr>
          <a:xfrm flipH="1">
            <a:off x="4086000" y="3786372"/>
            <a:ext cx="1609950" cy="3807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6719EC8C-E6A4-2264-23DF-D03BBE8B2C46}"/>
              </a:ext>
            </a:extLst>
          </p:cNvPr>
          <p:cNvCxnSpPr>
            <a:stCxn id="7" idx="2"/>
            <a:endCxn id="12" idx="0"/>
          </p:cNvCxnSpPr>
          <p:nvPr/>
        </p:nvCxnSpPr>
        <p:spPr>
          <a:xfrm>
            <a:off x="5695950" y="3786372"/>
            <a:ext cx="1609949" cy="3807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CE4B4A17-3642-4A23-0593-116C55932C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988" y="4894530"/>
            <a:ext cx="4550824" cy="432003"/>
          </a:xfrm>
          <a:prstGeom prst="rect">
            <a:avLst/>
          </a:prstGeom>
        </p:spPr>
      </p:pic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BA7A872F-E9CC-EA51-4880-614D65B0D57C}"/>
              </a:ext>
            </a:extLst>
          </p:cNvPr>
          <p:cNvCxnSpPr>
            <a:stCxn id="15" idx="2"/>
            <a:endCxn id="22" idx="0"/>
          </p:cNvCxnSpPr>
          <p:nvPr/>
        </p:nvCxnSpPr>
        <p:spPr>
          <a:xfrm flipH="1">
            <a:off x="2596400" y="4570905"/>
            <a:ext cx="1484919" cy="3236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Рисунок 25" descr="Изображение выглядит как снимок экрана, текст, Шрифт, информац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17ED35F-C203-C985-20FE-F9038062ED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988" y="5326533"/>
            <a:ext cx="4910138" cy="762844"/>
          </a:xfrm>
          <a:prstGeom prst="rect">
            <a:avLst/>
          </a:prstGeom>
        </p:spPr>
      </p:pic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B11A99CB-6926-7703-2D73-EFA5BC57C408}"/>
              </a:ext>
            </a:extLst>
          </p:cNvPr>
          <p:cNvCxnSpPr>
            <a:stCxn id="26" idx="2"/>
          </p:cNvCxnSpPr>
          <p:nvPr/>
        </p:nvCxnSpPr>
        <p:spPr>
          <a:xfrm>
            <a:off x="2776057" y="6089377"/>
            <a:ext cx="0" cy="4161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A4698DD9-6D9F-F471-A83B-ADADCE6F1517}"/>
              </a:ext>
            </a:extLst>
          </p:cNvPr>
          <p:cNvCxnSpPr/>
          <p:nvPr/>
        </p:nvCxnSpPr>
        <p:spPr>
          <a:xfrm flipH="1">
            <a:off x="104775" y="6515100"/>
            <a:ext cx="26712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68DC98F0-9281-F62D-B688-26601ADACB2C}"/>
              </a:ext>
            </a:extLst>
          </p:cNvPr>
          <p:cNvCxnSpPr>
            <a:cxnSpLocks/>
          </p:cNvCxnSpPr>
          <p:nvPr/>
        </p:nvCxnSpPr>
        <p:spPr>
          <a:xfrm flipV="1">
            <a:off x="114300" y="3124292"/>
            <a:ext cx="0" cy="33812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BAD1F3D7-E4ED-E599-E5FE-68146FDED462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104775" y="3124292"/>
            <a:ext cx="39812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Рисунок 38" descr="Изображение выглядит как текст, Шриф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4F01729-EDEE-7E3E-E499-DF567AB333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38816" y="5413008"/>
            <a:ext cx="3134162" cy="676369"/>
          </a:xfrm>
          <a:prstGeom prst="rect">
            <a:avLst/>
          </a:prstGeom>
        </p:spPr>
      </p:pic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2A0422CB-F3AF-7A10-5ACA-73569C4DCC96}"/>
              </a:ext>
            </a:extLst>
          </p:cNvPr>
          <p:cNvCxnSpPr>
            <a:stCxn id="12" idx="2"/>
            <a:endCxn id="39" idx="0"/>
          </p:cNvCxnSpPr>
          <p:nvPr/>
        </p:nvCxnSpPr>
        <p:spPr>
          <a:xfrm flipH="1">
            <a:off x="7305897" y="4605314"/>
            <a:ext cx="2" cy="8076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147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B7AEA7-DD8F-0B32-5CFA-2F8436E48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 работы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FBF4171-829C-7114-386F-2A752A837B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7" name="Рисунок 6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6599F19-B64B-0AA2-C15D-78DE860A3E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37" y="1690688"/>
            <a:ext cx="7334250" cy="2425424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5E39941-37D9-FEF1-C3FF-4969746B3C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37" y="5309881"/>
            <a:ext cx="9286876" cy="816282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2C54546-B716-3F9F-0F33-048837691E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37" y="4433459"/>
            <a:ext cx="8240275" cy="8764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F2EBD53-BB86-06E8-21BE-0D9F880FAF85}"/>
              </a:ext>
            </a:extLst>
          </p:cNvPr>
          <p:cNvSpPr txBox="1"/>
          <p:nvPr/>
        </p:nvSpPr>
        <p:spPr>
          <a:xfrm>
            <a:off x="7568187" y="2257069"/>
            <a:ext cx="33813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</a:t>
            </a:r>
            <a:r>
              <a:rPr lang="ru-RU" dirty="0"/>
              <a:t>Главное меню и Полный список всех автовладельцев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86E7D5-90F3-6D78-0E18-9C670448484F}"/>
              </a:ext>
            </a:extLst>
          </p:cNvPr>
          <p:cNvSpPr txBox="1"/>
          <p:nvPr/>
        </p:nvSpPr>
        <p:spPr>
          <a:xfrm>
            <a:off x="8654611" y="4411317"/>
            <a:ext cx="26991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2.Список всех автомобилей с годов выпуска ранее заданного</a:t>
            </a:r>
          </a:p>
        </p:txBody>
      </p:sp>
    </p:spTree>
    <p:extLst>
      <p:ext uri="{BB962C8B-B14F-4D97-AF65-F5344CB8AC3E}">
        <p14:creationId xmlns:p14="http://schemas.microsoft.com/office/powerpoint/2010/main" val="2355648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E4F87D-EBC8-7413-AEBA-98D98A533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работы</a:t>
            </a:r>
          </a:p>
        </p:txBody>
      </p:sp>
      <p:pic>
        <p:nvPicPr>
          <p:cNvPr id="9" name="Рисунок 8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EE83FE0-946B-A952-814B-D4CAF588C3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097365"/>
            <a:ext cx="7954485" cy="1066949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FCA7631-2EEC-117E-8854-87A64664CB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51660"/>
            <a:ext cx="5934903" cy="552527"/>
          </a:xfrm>
          <a:prstGeom prst="rect">
            <a:avLst/>
          </a:prstGeom>
        </p:spPr>
      </p:pic>
      <p:pic>
        <p:nvPicPr>
          <p:cNvPr id="6" name="Рисунок 5" descr="Изображение выглядит как текст, Шриф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7A2CABC-5AC3-42FF-9662-796B0D9D60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464239"/>
            <a:ext cx="2323272" cy="5730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4FFDB81-C1F5-E240-4DED-2E037B711FCD}"/>
              </a:ext>
            </a:extLst>
          </p:cNvPr>
          <p:cNvSpPr txBox="1"/>
          <p:nvPr/>
        </p:nvSpPr>
        <p:spPr>
          <a:xfrm>
            <a:off x="6972300" y="1804140"/>
            <a:ext cx="3257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3.Ошибка  с нехваткой записей в файле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525B4A-FC8E-BE60-FE04-DE1066F7EB3B}"/>
              </a:ext>
            </a:extLst>
          </p:cNvPr>
          <p:cNvSpPr txBox="1"/>
          <p:nvPr/>
        </p:nvSpPr>
        <p:spPr>
          <a:xfrm>
            <a:off x="3190876" y="2421007"/>
            <a:ext cx="20288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4.Вывод если людей с ВАЗ нет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813F81-54A9-D659-9C9A-BA98306682BB}"/>
              </a:ext>
            </a:extLst>
          </p:cNvPr>
          <p:cNvSpPr txBox="1"/>
          <p:nvPr/>
        </p:nvSpPr>
        <p:spPr>
          <a:xfrm>
            <a:off x="8972550" y="3259290"/>
            <a:ext cx="22764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5.Введение буквы вместо года</a:t>
            </a:r>
          </a:p>
        </p:txBody>
      </p:sp>
      <p:pic>
        <p:nvPicPr>
          <p:cNvPr id="13" name="Рисунок 12" descr="Изображение выглядит как снимок экрана, текст, Шрифт, информац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C928347-DEDD-EA7E-DDAB-FD3243213C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335117"/>
            <a:ext cx="8305800" cy="123587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1135C8C-E26A-A350-377A-270E990F91DC}"/>
              </a:ext>
            </a:extLst>
          </p:cNvPr>
          <p:cNvSpPr txBox="1"/>
          <p:nvPr/>
        </p:nvSpPr>
        <p:spPr>
          <a:xfrm>
            <a:off x="9477374" y="4448796"/>
            <a:ext cx="20478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6.Вывод людей с ВАЗ</a:t>
            </a:r>
          </a:p>
        </p:txBody>
      </p:sp>
    </p:spTree>
    <p:extLst>
      <p:ext uri="{BB962C8B-B14F-4D97-AF65-F5344CB8AC3E}">
        <p14:creationId xmlns:p14="http://schemas.microsoft.com/office/powerpoint/2010/main" val="321965129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Другая 37">
      <a:dk1>
        <a:sysClr val="windowText" lastClr="000000"/>
      </a:dk1>
      <a:lt1>
        <a:sysClr val="window" lastClr="FFFFFF"/>
      </a:lt1>
      <a:dk2>
        <a:srgbClr val="595959"/>
      </a:dk2>
      <a:lt2>
        <a:srgbClr val="E7E6E6"/>
      </a:lt2>
      <a:accent1>
        <a:srgbClr val="C62E3E"/>
      </a:accent1>
      <a:accent2>
        <a:srgbClr val="FFC000"/>
      </a:accent2>
      <a:accent3>
        <a:srgbClr val="A5A5A5"/>
      </a:accent3>
      <a:accent4>
        <a:srgbClr val="7030A0"/>
      </a:accent4>
      <a:accent5>
        <a:srgbClr val="4DFE9D"/>
      </a:accent5>
      <a:accent6>
        <a:srgbClr val="046DD5"/>
      </a:accent6>
      <a:hlink>
        <a:srgbClr val="2992FA"/>
      </a:hlink>
      <a:folHlink>
        <a:srgbClr val="7030A0"/>
      </a:folHlink>
    </a:clrScheme>
    <a:fontScheme name="Другая 13">
      <a:majorFont>
        <a:latin typeface="PermianSerifTypeface"/>
        <a:ea typeface=""/>
        <a:cs typeface=""/>
      </a:majorFont>
      <a:minorFont>
        <a:latin typeface="PermianSansTypeface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1141</TotalTime>
  <Words>232</Words>
  <Application>Microsoft Office PowerPoint</Application>
  <PresentationFormat>Широкоэкранный</PresentationFormat>
  <Paragraphs>31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PermianSansTypeface</vt:lpstr>
      <vt:lpstr>PermianSerifTypeface</vt:lpstr>
      <vt:lpstr>Тема Office</vt:lpstr>
      <vt:lpstr>Программа “Учет в ГИБДД”</vt:lpstr>
      <vt:lpstr>Введение в задачу</vt:lpstr>
      <vt:lpstr>Алгоритм работы</vt:lpstr>
      <vt:lpstr>Алгоритм работы</vt:lpstr>
      <vt:lpstr>Алгоритм работы</vt:lpstr>
      <vt:lpstr>Примеры работы</vt:lpstr>
      <vt:lpstr>Пример работы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Полина Масленникова</dc:creator>
  <cp:lastModifiedBy>Александр Дубовских</cp:lastModifiedBy>
  <cp:revision>37</cp:revision>
  <dcterms:created xsi:type="dcterms:W3CDTF">2020-05-17T17:29:28Z</dcterms:created>
  <dcterms:modified xsi:type="dcterms:W3CDTF">2026-01-22T03:39:50Z</dcterms:modified>
</cp:coreProperties>
</file>